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min]</a:t>
            </a:r>
          </a:p>
          <a:p>
            <a:r>
              <a:t>Welcome. ~90 minutes total, including four live demos. Questions welcome any time, or hold them - your call as speaker.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Set expectations for the shape of the talk before diving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Open with the everyday moment - this is the 'why' before any tooling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Land the hook: the assistant will build whatever you name - the costly mistake now happens earlier, picking wrong and finding out three days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Walk top to bottom: Python-native UI, browser, server, and underneath it all, the pandas/model work that's already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These two misconceptions cause most of the 'framework wars'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This reframe is the whole method the rest of the talk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Dense slide on purpose - give it room. Don't read every row; point at a few (7-10) since they come back in the 'two gaps' section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Bridge straight into the ladder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Read the pull-quote: start at the lowest rung that covers every tick; climb only when you can name the specific thing the rung below can't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Mention the honest caveat: React+Tailwind is 2 projects, a build step, and auth you write yourself - climb there only for app-like UI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 min]</a:t>
            </a:r>
          </a:p>
          <a:p>
            <a:r>
              <a:t>Raw Tailwind gives utility classes, not a design - a component kit is what makes it look 'standard'. Mention the standalone CLI, no-Node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This and background jobs are the two gaps that bite the moment a demo becomes a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The rule to repeat: authorization is enforced on the server. Hiding a button in React protects nothing. Streamlit's cache is shared across all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The fix is always this same shape. This exact sequence reappears in demo 3, coming up shortly.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My default for a laptop: polling + a job-status table, Huey with SQLite for the worker. We'll prove that live in a few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This is the thesis of the whole talk, not just the blog's closing line. Everything before this was building the vocabulary to make that choice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Land this before the head-to-head comparison - it reframes why the Django-vs-FastAPI contrast coming up matters beyond 'which is prettier'.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Set up the comparison before showing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For a small team, Django wins on time. FastAPI+React wins when the UI must be fast/keyboard-driven, another system needs the API, or a front-end engineer owns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SWITCH TO THE BROWSER NOW. http://127.0.0.1:8000/ - alice/demo-alice-pw, bob/demo-bob-pw, admin/demo-admin-pw. Fallback screenshots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`Item.objects.filter(assigned_to=request.user)` is the whole ownership rule, one line. Auth is django.contrib.auth.urls - zero hand-written view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http://localhost:5173/ for the app, http://127.0.0.1:8000/docs for Swagger. Same credentials as the Django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The payoff cost more code: JWTs minted by hand, ownership repeated across GET/POST/list endpoints instead of one queryset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Close the loop on the comparison before moving to the next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http://127.0.0.1:8000/. The blocking button is the whole point: there's nothing to screenshot while it hangs, and that's exactly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The blocking button really does just sit there disabled for ~15s with no progress signal - the contrast with the queued version is the whole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Served at whatever URL `npm run serve -- demos/psa-terminal-map` prints (typically http://localhost:8080).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The point: the skill's advice is a function you can run, not an opinion — asserted by a test suite against all 8 documented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This is the 'go try it yourself'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Honest caveat: everything here assumes it runs on your own machine. Deployment is a separate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Close on the throughline: decompose before you choose.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Thank you. Open the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102714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262AF"/>
                </a:solidFill>
                <a:latin typeface="Consolas"/>
              </a:rPr>
              <a:t># </a:t>
            </a:r>
            <a:r>
              <a:rPr sz="180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 Semibold"/>
              </a:rPr>
              <a:t>Web Dev for Data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2714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262AF"/>
                </a:solidFill>
                <a:latin typeface="Consolas"/>
              </a:rPr>
              <a:t>&gt; </a:t>
            </a:r>
            <a:r>
              <a:rPr sz="1600" b="0" i="0">
                <a:solidFill>
                  <a:srgbClr val="B7B9C4"/>
                </a:solidFill>
                <a:latin typeface="Consolas"/>
              </a:rPr>
              <a:t>Choosing a stack, working with an LLM, and staying in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262AF"/>
                </a:solidFill>
                <a:latin typeface="Consolas"/>
              </a:rPr>
              <a:t>$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98448" y="3639312"/>
            <a:ext cx="118872" cy="292608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what-we-ll.md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2262AF"/>
                </a:solidFill>
                <a:latin typeface="Segoe UI Semibold"/>
              </a:rPr>
              <a:t>What we'll 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Why this matters for data people, not just engineers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ladder for picking the lightest tool that works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Two gaps that quietly turn a demo into a product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How to use an LLM without losing control of your own codebase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Four live demos - screenshots included as a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the-moment-every.md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The moment every analysis hits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chart in a notebook convinces you.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It rarely convinces a colleague who is never going to open that notebook.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small web app can: move a slider, filter to their own region, type a value and watch the model's answer change.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That feels very different from a screenshot.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where-this-quietly.md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Where this quietly pays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Makes exploring a dataset more interactive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Demonstrates a model as a live service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Prototypes a product idea before anyone spends engineering time on it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An LLM can write most of the boilerplate for you now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…but the difficulty didn't disappear. It moved: to picking the right 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where-each-tool.png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Where each tool lives</a:t>
            </a:r>
          </a:p>
        </p:txBody>
      </p:sp>
      <p:pic>
        <p:nvPicPr>
          <p:cNvPr id="9" name="Picture 8" descr="fiel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91" y="1371600"/>
            <a:ext cx="8394192" cy="4663440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4524C"/>
                </a:solidFill>
                <a:latin typeface="Segoe UI"/>
              </a:rPr>
              <a:t>Same band = alternatives. Different bands = usually combine.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two-easy-things.md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Two easy things to miss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Tailwind isn't a rival to Django or React - it only styles, so it works with any of them.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React and Angular sit on the same rung: both still need something else to supply data and handle login.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If you live in Python: Streamlit and Dash need zero JavaScript, and for many tasks that's the whole answer.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stop-asking-which.md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Stop asking 'which framework?'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Ask instead: what does this app actually have to do?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Any web app is some combination of the same 12 capabilities.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Tick the rows your use case needs - the ticks are the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the-12-functionalities.json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The 12 functionalities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400929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Functionality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Presentation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Show static 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Styling &amp; layout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Make it look decent and consistent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Client interactivity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Filters and tooltips, no page reload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API: providing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Expose data or a model over HTTP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API: consuming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page or service calls an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Server-side compute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Run pandas or a model per request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Persistence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Save records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Forms &amp; CRUD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Validated create, edit, delete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Authentication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Who is this user?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Authorization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What may they do or see?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Session &amp; state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Remember a user's choices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3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Background / long jobs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Work that outlives one request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worked-examples.md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Worked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Share a chart you're proud of  →  functions 1, 2, 3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Explore a dataset  →  functions 3, 6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labeling tool  →  7 through 10 on top of the rest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number of ticks is the signal: each tick from persistence onward is a reason to reach for a heavier tool.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climb-only-when.md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Climb only when you must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168F64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Static HTML + D3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show a finished result, no server at all</a:t>
            </a:r>
          </a:p>
          <a:p>
            <a:r>
              <a:rPr sz="1150" b="0" i="0">
                <a:solidFill>
                  <a:srgbClr val="168F64"/>
                </a:solidFill>
                <a:latin typeface="Consolas"/>
              </a:rPr>
              <a:t>no install, or: npm install http-server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07666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14016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168F64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414016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Streamlit or Dash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explore data, or build a tool for peers. Python only</a:t>
            </a:r>
          </a:p>
          <a:p>
            <a:r>
              <a:rPr sz="1150" b="0" i="0">
                <a:solidFill>
                  <a:srgbClr val="168F64"/>
                </a:solidFill>
                <a:latin typeface="Consolas"/>
              </a:rPr>
              <a:t>pip install streamlit   /   pip install dash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50082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56432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168F64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456432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Flask or FastAPI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serve a model or data over HTTP</a:t>
            </a:r>
          </a:p>
          <a:p>
            <a:r>
              <a:rPr sz="1150" b="0" i="0">
                <a:solidFill>
                  <a:srgbClr val="168F64"/>
                </a:solidFill>
                <a:latin typeface="Consolas"/>
              </a:rPr>
              <a:t>pip install fastapi uvicorn   /   pip install 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92498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98848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168F64"/>
                </a:solidFill>
                <a:latin typeface="Consolas"/>
              </a:rPr>
              <a:t>[4]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498848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Django + a Tailwind kit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users, a database, forms, and an admin</a:t>
            </a:r>
          </a:p>
          <a:p>
            <a:r>
              <a:rPr sz="1150" b="0" i="0">
                <a:solidFill>
                  <a:srgbClr val="168F64"/>
                </a:solidFill>
                <a:latin typeface="Consolas"/>
              </a:rPr>
              <a:t>pip install django  →  django-admin startproject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534914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541264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168F64"/>
                </a:solidFill>
                <a:latin typeface="Consolas"/>
              </a:rPr>
              <a:t>[5]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541264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React or Angular over an API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only when the UI is genuinely app-like</a:t>
            </a:r>
          </a:p>
          <a:p>
            <a:r>
              <a:rPr sz="1150" b="0" i="0">
                <a:solidFill>
                  <a:srgbClr val="168F64"/>
                </a:solidFill>
                <a:latin typeface="Consolas"/>
              </a:rPr>
              <a:t>npm create vite@latest -- --template react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applied-to-concrete.json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Applied to concrete cases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74458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Functions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Pick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Share a finished chart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1, 2, 3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Static HTML + D3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Explore a dataset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3, 6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Streamlit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Peer dashboard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3, 6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Demo a model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4, 6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FastAPI - /docs is a free test form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Labeling or review tool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7-10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Django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Pipeline that ends in a page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1, 3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Python writes JSON, D3 renders 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pretty-enough-for.json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Pretty enough for business users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8"/>
              </a:tblGrid>
              <a:tr h="10424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Option</a:t>
                      </a:r>
                    </a:p>
                  </a:txBody>
                  <a:tcPr anchor="ctr">
                    <a:solidFill>
                      <a:srgbClr val="C055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Good for</a:t>
                      </a:r>
                    </a:p>
                  </a:txBody>
                  <a:tcPr anchor="ctr">
                    <a:solidFill>
                      <a:srgbClr val="C0552A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 templates, Tailwind, daisyUI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clean prototype with no React - the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React, Tailwind, shadcn/ui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The best-looking and most customizable, highest setup cost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Dash + dash-bootstrap-components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Tidy dashboards out of the box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 admin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Back-office screens for free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multi-user-six.md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2262AF"/>
                </a:solidFill>
                <a:latin typeface="Segoe UI Semibold"/>
              </a:rPr>
              <a:t>Multi-user: six things to solve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Authentication — who is this user?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Authorization — what may they do?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Data isolation — user A never sees user B's rows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Per-user state, concurrent writes, and an audit trail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None of this shows up in a 'build a dashboard in 10 minutes' tutorial.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the-tools-differ.json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2262AF"/>
                </a:solidFill>
                <a:latin typeface="Segoe UI Semibold"/>
              </a:rPr>
              <a:t>The tools differ sharply here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8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>
                    <a:solidFill>
                      <a:srgbClr val="2262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What you get</a:t>
                      </a:r>
                    </a:p>
                  </a:txBody>
                  <a:tcPr anchor="ctr">
                    <a:solidFill>
                      <a:srgbClr val="2262A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Auth, sessions, groups &amp; permissions - all built 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FastAPI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Nothing built in - docs show an OAuth2/JWT pattern to write yourself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Streamlit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Built-in OIDC login (Google, Microsoft) - but no roles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Dash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dash-auth: HTTP Basic only, no logout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React, Angular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Login screens only - real security lives on the server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a-request-must.md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A request must answer in seconds. Retraining a model doesn't.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006B00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The request starts the job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and returns at once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6827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7462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006B00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67462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The job runs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somewhere else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97129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006B00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97764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Its status is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stored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27431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28066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006B00"/>
                </a:solidFill>
                <a:latin typeface="Consolas"/>
              </a:rPr>
              <a:t>[4]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528066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The page checks back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every few seconds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surprising-traps-especially.json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Surprising traps, especially on Windows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Need</a:t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Catch</a:t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Tiny work after a response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FastAPI BackgroundTasks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In-process, no persistence/retries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Simple queue, no Redis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Huey + SQLite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Smaller ecosystem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Simple queue + Redis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Uses os.fork - no native Windows support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Full-featured queue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Celery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Windows is unsupported by the project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Django's own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django.tasks (6.0)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Defines enqueue, ships no worker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BE6486"/>
                </a:solidFill>
                <a:latin typeface="Consolas"/>
              </a:rPr>
              <a:t># </a:t>
            </a:r>
            <a:r>
              <a:rPr sz="1600" b="0" i="0">
                <a:solidFill>
                  <a:srgbClr val="B7B9C4"/>
                </a:solidFill>
                <a:latin typeface="Consolas"/>
              </a:rPr>
              <a:t>Web is secondary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99971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i="0">
                <a:solidFill>
                  <a:srgbClr val="BE6486"/>
                </a:solidFill>
                <a:latin typeface="Consolas"/>
              </a:rPr>
              <a:t>/*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713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 Semibold"/>
              </a:rPr>
              <a:t>An LLM makes writing the code cheap. That makes the choice of what to write - and who owns the logic - the one part worth your 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74920"/>
            <a:ext cx="99971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i="0">
                <a:solidFill>
                  <a:srgbClr val="BE6486"/>
                </a:solidFill>
                <a:latin typeface="Consolas"/>
              </a:rPr>
              <a:t>*/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let-the-llm.md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Let the LLM write boilerplate. You hold the backend logic.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✅ 'Write a Django view that filters by request.user' — you already decided the ownership rule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✅ 'Scaffold this FastAPI route from my Pydantic model' — you own the model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🚫 'Build me a labeling tool' and walking away — now the LLM decided your data model, your auth, your schema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12-functionality list is exactly how you stay the one deciding, not just the one asking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If everything is LLM-driven end to end, you stop being able to explain your own codebase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the-test-case.md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The test case: a labeling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model has predicted a category for a batch of support tickets.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Reviewers label rows; admins see everyone's labels and manage users.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reviewer sees only the rows assigned to them.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long job re-scores the data with a new model.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That touches almost all 12 functionalities — a fair test.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django-vs-fastapi.py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Django vs. FastAPI + React + Tailwind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04207"/>
                <a:gridCol w="4404207"/>
              </a:tblGrid>
              <a:tr h="74458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Django (one project)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FastAPI + React (two projects)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Login &amp; 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Built 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You build 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Ownership filtering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queryset filter, one line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check in every endpoint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Forms &amp; 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Automatic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Pydantic + client-side form state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Back-office screens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Admin gives users &amp; labels for free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You build them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74458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API for other systems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Add Django REST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Built in, with automatic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Interface feel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Page loads, a little JS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Instant, app-like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live-demo-django.md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Live demo: Django labeling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Log in as alice → see only her queue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Try one of bob's item ids as alice → 404, not a data leak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Log in as admin → /admin/ shows every reviewer's labels, zero view or template code written for it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what-we-just.png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What we just saw</a:t>
            </a:r>
          </a:p>
        </p:txBody>
      </p:sp>
      <p:pic>
        <p:nvPicPr>
          <p:cNvPr id="9" name="Picture 8" descr="alice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790" y="1371600"/>
            <a:ext cx="4402067" cy="4663440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Alice's queue — only her tickets</a:t>
            </a:r>
          </a:p>
        </p:txBody>
      </p:sp>
      <p:pic>
        <p:nvPicPr>
          <p:cNvPr id="11" name="Picture 10" descr="admin-lab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Admin: every reviewer's labels, free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live-demo-fastapi.md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Live demo: FastAPI + React labeling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Same task, same data, same three users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Log in as alice, label with the 1 / 2 / 3 keys — watch it auto-advance, no page reload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Open /docs — FastAPI's free Swagger test form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Ownership is checked in three separate places, not one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what-we-just.png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What we just saw</a:t>
            </a:r>
          </a:p>
        </p:txBody>
      </p:sp>
      <p:pic>
        <p:nvPicPr>
          <p:cNvPr id="9" name="Picture 8" descr="labeling-in-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Keyboard-driven, instant, app-like</a:t>
            </a:r>
          </a:p>
        </p:txBody>
      </p:sp>
      <p:pic>
        <p:nvPicPr>
          <p:cNvPr id="11" name="Picture 10" descr="swagger-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/docs — the free test form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same-guarantee-two.md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2262AF"/>
                </a:solidFill>
                <a:latin typeface="Segoe UI Semibold"/>
              </a:rPr>
              <a:t>Same guarantee, two very different bills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Django: less code, an admin for free, a queryset filter for the hard part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FastAPI + React: more code, but an instant, keyboard-driven feel and a separate API other systems can call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Start with Django, outgrow it, add an API and put React in front later — you don't have to throw away the data model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live-demo-blocking.md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Live demo: blocking vs. queued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Click 'Start blocking rescore' — the tab just sits there for ~15s, nothing to show for it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Click 'Start queued rescore' — a job id appears instantly, and a progress bar climbs 0 → 30 while the page stays fully responsive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Huey + SQLite: no Redis, nothing to install beyond Python — verified working on Windows with -k thread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what-we-just.png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What we just saw</a:t>
            </a:r>
          </a:p>
        </p:txBody>
      </p:sp>
      <p:pic>
        <p:nvPicPr>
          <p:cNvPr id="9" name="Picture 8" descr="blocking-st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93768"/>
            <a:ext cx="5318607" cy="3419104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Blocking: button disabled, 'waiting for the server' - and that's it</a:t>
            </a:r>
          </a:p>
        </p:txBody>
      </p:sp>
      <p:pic>
        <p:nvPicPr>
          <p:cNvPr id="11" name="Picture 10" descr="queued-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993768"/>
            <a:ext cx="5318607" cy="3419104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Queued: job id back at once, progress climbing, page stays responsive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live-demo-the.md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Live demo: the skill, as a runnable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Static HTML + D3 + Tailwind — rung 1 of the ladder, because that's exactly what this use case needs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27 PSA container terminals worldwide, cross-filtered map + charts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page shows its own working, not just the product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the-product.png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The product</a:t>
            </a:r>
          </a:p>
        </p:txBody>
      </p:sp>
      <p:pic>
        <p:nvPicPr>
          <p:cNvPr id="9" name="Picture 8" descr="map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27 terminals, filterable, zoomable</a:t>
            </a:r>
          </a:p>
        </p:txBody>
      </p:sp>
      <p:pic>
        <p:nvPicPr>
          <p:cNvPr id="11" name="Picture 10" descr="detail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9968" y="1371600"/>
            <a:ext cx="3787565" cy="4663440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Click a terminal → a sourced detail card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the-skill-showing.png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The skill, showing its work</a:t>
            </a:r>
          </a:p>
        </p:txBody>
      </p:sp>
      <p:pic>
        <p:nvPicPr>
          <p:cNvPr id="9" name="Picture 8" descr="build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670" y="1371600"/>
            <a:ext cx="3120306" cy="4663440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Act 2 — the 12-functionality verdict for THIS app</a:t>
            </a:r>
          </a:p>
        </p:txBody>
      </p:sp>
      <p:pic>
        <p:nvPicPr>
          <p:cNvPr id="11" name="Picture 10" descr="live-advi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Act 3 — try the advisor live, same logic, tested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try-it-a.md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Try it: a skill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whole framework, packaged as a Markdown file your AI assistant loads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Describe an app idea → it ticks the 12 functionalities and recommends the lightest stack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Flags the two gaps (multi-user, background jobs) automatically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Drop the folder into .claude/skills/ of any project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setup-cheat-sheet.json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Setup cheat-sheet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8"/>
              </a:tblGrid>
              <a:tr h="52120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Rung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Install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Static HTML + D3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Nothing — or npm install http-server to preview locally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Streamlit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streamlit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Flask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flask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FastAPI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fastapi uvicorn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django  →  django-admin startproject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React (Vite)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npm create vite@latest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Tailwind, no Node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standalone CLI, or the CDN browser build — even pip-installable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daisyUI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npm package, or paired with Tailwind's CDN build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three-lessons.md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Three lessons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Audience matters as much as architecture — a peer forgives a plain page, a business user doesn't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Multi-user and background jobs are where a demo silently becomes a product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  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An LLM makes writing code cheap — which makes the choice of what to write the one part worth your care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102714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168F64"/>
                </a:solidFill>
                <a:latin typeface="Consolas"/>
              </a:rPr>
              <a:t># </a:t>
            </a:r>
            <a:r>
              <a:rPr sz="180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 Semibold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2714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168F64"/>
                </a:solidFill>
                <a:latin typeface="Consolas"/>
              </a:rPr>
              <a:t>&gt; </a:t>
            </a:r>
            <a:r>
              <a:rPr sz="1600" b="0" i="0">
                <a:solidFill>
                  <a:srgbClr val="B7B9C4"/>
                </a:solidFill>
                <a:latin typeface="Consolas"/>
              </a:rPr>
              <a:t>Decompose before you choose.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168F64"/>
                </a:solidFill>
                <a:latin typeface="Consolas"/>
              </a:rPr>
              <a:t>$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98448" y="3639312"/>
            <a:ext cx="118872" cy="292608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